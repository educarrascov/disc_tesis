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0"/>
    <p:restoredTop sz="94659"/>
  </p:normalViewPr>
  <p:slideViewPr>
    <p:cSldViewPr snapToGrid="0">
      <p:cViewPr varScale="1">
        <p:scale>
          <a:sx n="101" d="100"/>
          <a:sy n="101" d="100"/>
        </p:scale>
        <p:origin x="1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1694-9D73-0EFA-6AC8-E9C61CF92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CE733-1E06-9E78-3027-5559378E1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49521-6523-3274-515D-BA2F6690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29646-A779-8BD9-8F7E-D4AF326A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7FD-C91C-E054-D2F4-A481D4CF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5048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DE8E-A5DF-DE78-6ACF-D6E220AB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97861-5551-3D4F-9013-A6945B96C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7A0EB-9289-FB24-6CCB-EFF6C005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1660C-72B5-BDF4-10A6-F9425D04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C038F-301B-74EB-48F3-3CA10531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427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0A79-753F-5AD6-76C3-9A46097F1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D604C-DE86-940A-50DB-6910E55AA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25DC6-3A69-AC1A-AF15-A2C76381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ABF4D-560F-A13F-C2B1-68E3F2E17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3908D-31A2-D557-0389-B07908F8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81061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0E84-FB9D-E06E-2802-AC7566A3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A1509-01CC-80E8-6B95-3253D0B94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845F4-463C-275A-6D59-407C04313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B0C97-FD7C-A107-7360-6F0FE2C1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4C89C-A038-098D-A621-CC1EED5F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320CF-DBD3-9AE3-CB9B-4760F0C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6798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1EAB-5F89-FD39-175F-08220034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E00AA-C909-F1B2-478B-D9150D8C6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03986-C8BA-3EC8-A076-8D2581A99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451FC-168D-2DB3-E30F-E7CB8E137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3EE3F-AB37-BD45-AC8B-EB7332759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AB353-9A26-28D3-8645-AE5422D4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A1847-ECB8-8534-D51A-2F4C7106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6494C-77CE-2817-5260-8E16B4C6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6350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EC0-28C5-C955-6122-92B08EF4C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990A6-A8E7-AE75-9009-13943CE6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4C03C-AFFF-533F-EC04-3F6EBA6C5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EB4CD-B509-CC52-D9BE-46153CB1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1476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02452-8434-4C16-F00B-E8B7D0FC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CEBBC-7495-5FB8-4C4C-6B9F99CE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AFF5A-D8EA-8F44-AFE2-2239363F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1283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EED1-6A13-D01F-F05C-F2B59873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7A22-41F9-5E63-ED21-0755266C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BB616-1CCB-708D-58D8-7971FD29A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8DEB5-55EE-17FC-F1E4-85BBA84F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1A709-2CE0-1052-97FB-B939DAC9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14E22-78DD-5AAF-86E5-7D4AB4B11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0495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8A39-BF00-8E85-CA25-C59479D1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3341E-F7A1-5A0A-4DAB-587C14362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BF1A6-55C1-3BC3-2338-E82E21746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7AB051-F549-8020-2CDF-11ACE539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0BE29-146C-DD4C-2C0E-A4DE15C70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006EF-F235-35B5-248A-7E02F457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7396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FED2-239E-3A83-5404-0116590A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E330C-9D7F-0E73-A6CE-CD653B938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5369-1A8F-A8DA-2C8C-CDF4A7DE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56F50-9C1F-9EDA-AA00-574D9434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45029-046C-15A5-7470-F709BA768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1200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AF52B-CF83-09DA-E04C-A88C50E6A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CB2B3-9257-46A5-10A1-68998432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35A4-7189-244B-5B4E-3DCA1E3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21C4B-BBE1-6624-D6B1-486523B1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81813-351F-877C-146F-911F7B50E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3125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AEC04C-19DD-1235-F51D-1AD505736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C94EE-F421-DFB4-75B7-43B447606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3250D-401E-8D4C-D933-41A50930F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ADE46-4B8A-274F-92FF-60EDCAFD0E99}" type="datetimeFigureOut">
              <a:rPr lang="en-CL" smtClean="0"/>
              <a:t>11-07-26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495D4-28C7-EA2F-A80D-DCE9F3DBE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A343A-790A-D49F-20D8-E6FE431A7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D5E2D-C9ED-D847-9754-16D516544907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230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64B846E5-E86F-D20D-B226-371B7FDAD3D6}"/>
              </a:ext>
            </a:extLst>
          </p:cNvPr>
          <p:cNvGrpSpPr/>
          <p:nvPr/>
        </p:nvGrpSpPr>
        <p:grpSpPr>
          <a:xfrm>
            <a:off x="2789730" y="643466"/>
            <a:ext cx="6612540" cy="5571067"/>
            <a:chOff x="2789730" y="643466"/>
            <a:chExt cx="6612540" cy="55710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433FDC-4ECD-9B80-A6F0-E030EAE58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9730" y="643466"/>
              <a:ext cx="6612540" cy="5571067"/>
            </a:xfrm>
            <a:prstGeom prst="rect">
              <a:avLst/>
            </a:prstGeom>
          </p:spPr>
        </p:pic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1395495-1B28-A453-0AE6-A11550D48EDB}"/>
                </a:ext>
              </a:extLst>
            </p:cNvPr>
            <p:cNvGrpSpPr/>
            <p:nvPr/>
          </p:nvGrpSpPr>
          <p:grpSpPr>
            <a:xfrm>
              <a:off x="3979121" y="2464977"/>
              <a:ext cx="4387362" cy="3497580"/>
              <a:chOff x="3979121" y="2464977"/>
              <a:chExt cx="4387362" cy="349758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EC6EB5-12F3-4AFA-B04C-71E62D754E4F}"/>
                  </a:ext>
                </a:extLst>
              </p:cNvPr>
              <p:cNvSpPr txBox="1"/>
              <p:nvPr/>
            </p:nvSpPr>
            <p:spPr>
              <a:xfrm>
                <a:off x="3979121" y="2464977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3C88E0-03C6-6447-B0E2-3451E3A5166C}"/>
                  </a:ext>
                </a:extLst>
              </p:cNvPr>
              <p:cNvSpPr txBox="1"/>
              <p:nvPr/>
            </p:nvSpPr>
            <p:spPr>
              <a:xfrm>
                <a:off x="3979121" y="3064139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7</a:t>
                </a: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95C3C44-2B36-144E-E340-1C5C475D80C6}"/>
                  </a:ext>
                </a:extLst>
              </p:cNvPr>
              <p:cNvCxnSpPr>
                <a:cxnSpLocks/>
                <a:stCxn id="6" idx="3"/>
              </p:cNvCxnSpPr>
              <p:nvPr/>
            </p:nvCxnSpPr>
            <p:spPr>
              <a:xfrm>
                <a:off x="4591121" y="2536977"/>
                <a:ext cx="855950" cy="300370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9BE052E-FE1F-B8C1-3C98-13762AE3AA7B}"/>
                  </a:ext>
                </a:extLst>
              </p:cNvPr>
              <p:cNvCxnSpPr>
                <a:cxnSpLocks/>
                <a:stCxn id="7" idx="3"/>
              </p:cNvCxnSpPr>
              <p:nvPr/>
            </p:nvCxnSpPr>
            <p:spPr>
              <a:xfrm>
                <a:off x="4591121" y="3136139"/>
                <a:ext cx="1061999" cy="386734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FE68058-74F5-973C-B7C4-CEDAE3C23D8E}"/>
                  </a:ext>
                </a:extLst>
              </p:cNvPr>
              <p:cNvSpPr txBox="1"/>
              <p:nvPr/>
            </p:nvSpPr>
            <p:spPr>
              <a:xfrm>
                <a:off x="3979121" y="3378873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2EED8E9-BA7B-8336-A93B-0E71707411CD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>
                <a:off x="4591121" y="3450873"/>
                <a:ext cx="1061999" cy="366654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67158CA-77FE-47EF-43F8-961EFAB9D6A0}"/>
                  </a:ext>
                </a:extLst>
              </p:cNvPr>
              <p:cNvSpPr txBox="1"/>
              <p:nvPr/>
            </p:nvSpPr>
            <p:spPr>
              <a:xfrm>
                <a:off x="3979121" y="5101650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5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CF5085E-7A45-3064-ECCD-DBA69913E4AA}"/>
                  </a:ext>
                </a:extLst>
              </p:cNvPr>
              <p:cNvSpPr txBox="1"/>
              <p:nvPr/>
            </p:nvSpPr>
            <p:spPr>
              <a:xfrm>
                <a:off x="3979121" y="5818557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3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5DD97FDA-9028-4C04-61CE-914A31CAE094}"/>
                  </a:ext>
                </a:extLst>
              </p:cNvPr>
              <p:cNvCxnSpPr>
                <a:cxnSpLocks/>
                <a:stCxn id="49" idx="3"/>
              </p:cNvCxnSpPr>
              <p:nvPr/>
            </p:nvCxnSpPr>
            <p:spPr>
              <a:xfrm flipV="1">
                <a:off x="4591121" y="4430488"/>
                <a:ext cx="1288569" cy="74316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8679795-1D5A-B33C-B11A-F33E58FE6226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V="1">
                <a:off x="4591121" y="5273941"/>
                <a:ext cx="1709615" cy="616616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CD43A5C-E169-270C-CC70-9DB88D8C72E1}"/>
                  </a:ext>
                </a:extLst>
              </p:cNvPr>
              <p:cNvSpPr txBox="1"/>
              <p:nvPr/>
            </p:nvSpPr>
            <p:spPr>
              <a:xfrm>
                <a:off x="7754483" y="3817527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2307FEA-19CE-AFD1-2E30-7E30FBDEE53F}"/>
                  </a:ext>
                </a:extLst>
              </p:cNvPr>
              <p:cNvSpPr txBox="1"/>
              <p:nvPr/>
            </p:nvSpPr>
            <p:spPr>
              <a:xfrm>
                <a:off x="7754483" y="5201941"/>
                <a:ext cx="612000" cy="1440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3</a:t>
                </a:r>
              </a:p>
            </p:txBody>
          </p: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593817A-4AE1-BA19-AA58-E5C6A71DF96D}"/>
                  </a:ext>
                </a:extLst>
              </p:cNvPr>
              <p:cNvCxnSpPr>
                <a:cxnSpLocks/>
                <a:endCxn id="55" idx="1"/>
              </p:cNvCxnSpPr>
              <p:nvPr/>
            </p:nvCxnSpPr>
            <p:spPr>
              <a:xfrm flipV="1">
                <a:off x="6587613" y="3889527"/>
                <a:ext cx="1166870" cy="491801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4D40358-5ACE-434D-5705-8C4975188D70}"/>
                  </a:ext>
                </a:extLst>
              </p:cNvPr>
              <p:cNvCxnSpPr>
                <a:cxnSpLocks/>
                <a:endCxn id="56" idx="1"/>
              </p:cNvCxnSpPr>
              <p:nvPr/>
            </p:nvCxnSpPr>
            <p:spPr>
              <a:xfrm>
                <a:off x="6990735" y="4965290"/>
                <a:ext cx="763748" cy="308651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6555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2A23-2DDD-501B-4164-896D76F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D85E438B-1F8C-B1F4-7D54-9884C44E9BC1}"/>
              </a:ext>
            </a:extLst>
          </p:cNvPr>
          <p:cNvGrpSpPr/>
          <p:nvPr/>
        </p:nvGrpSpPr>
        <p:grpSpPr>
          <a:xfrm>
            <a:off x="2489200" y="393700"/>
            <a:ext cx="6609600" cy="5569200"/>
            <a:chOff x="2489200" y="393700"/>
            <a:chExt cx="6609600" cy="55692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6B61F8B-34E2-94C3-27E3-F73ED13CD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200" y="393700"/>
              <a:ext cx="6609600" cy="5569200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BFF5A41-C7A8-A66F-0C21-59AC8C2BD59B}"/>
                </a:ext>
              </a:extLst>
            </p:cNvPr>
            <p:cNvGrpSpPr/>
            <p:nvPr/>
          </p:nvGrpSpPr>
          <p:grpSpPr>
            <a:xfrm>
              <a:off x="3771684" y="2215882"/>
              <a:ext cx="4144623" cy="3333428"/>
              <a:chOff x="3899040" y="2329135"/>
              <a:chExt cx="4523368" cy="363353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235752-2973-D751-B409-4671EC2C475B}"/>
                  </a:ext>
                </a:extLst>
              </p:cNvPr>
              <p:cNvSpPr txBox="1"/>
              <p:nvPr/>
            </p:nvSpPr>
            <p:spPr>
              <a:xfrm>
                <a:off x="3899040" y="2329135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758DCC0-B0F1-7C08-864E-4D4E99428A52}"/>
                  </a:ext>
                </a:extLst>
              </p:cNvPr>
              <p:cNvSpPr txBox="1"/>
              <p:nvPr/>
            </p:nvSpPr>
            <p:spPr>
              <a:xfrm>
                <a:off x="3899040" y="2981515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7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234237C-0D57-E85A-2F08-3D474B245D10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>
                <a:off x="4566966" y="2407617"/>
                <a:ext cx="838154" cy="32629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29160B-B3CD-656E-EFB4-848CBA384DED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>
                <a:off x="4566966" y="3059998"/>
                <a:ext cx="1000714" cy="421663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2AA0D3E-A56F-0FDD-A60C-F27AB81A9AD8}"/>
                  </a:ext>
                </a:extLst>
              </p:cNvPr>
              <p:cNvSpPr txBox="1"/>
              <p:nvPr/>
            </p:nvSpPr>
            <p:spPr>
              <a:xfrm>
                <a:off x="3899040" y="3373120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7D04F77-7E2D-463B-97E6-0C81198760A4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566966" y="3451602"/>
                <a:ext cx="1000714" cy="37105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DFB2911-75CD-3FC0-C9B8-B8B9E8678349}"/>
                  </a:ext>
                </a:extLst>
              </p:cNvPr>
              <p:cNvSpPr txBox="1"/>
              <p:nvPr/>
            </p:nvSpPr>
            <p:spPr>
              <a:xfrm>
                <a:off x="3899040" y="5108567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5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5EFDA21-173A-A6CE-987D-C60BBD35445B}"/>
                  </a:ext>
                </a:extLst>
              </p:cNvPr>
              <p:cNvSpPr txBox="1"/>
              <p:nvPr/>
            </p:nvSpPr>
            <p:spPr>
              <a:xfrm>
                <a:off x="3906802" y="5805710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3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2515936-2768-DF8B-93AE-2E8B9339F301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 flipV="1">
                <a:off x="4566966" y="4429612"/>
                <a:ext cx="1343757" cy="757437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F81DB14-0341-6E5A-CEC9-7B3DC0D6C968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 flipV="1">
                <a:off x="4574728" y="5372399"/>
                <a:ext cx="1765114" cy="51179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87D8A9-8376-CA2F-B6CA-CCD0CC357696}"/>
                  </a:ext>
                </a:extLst>
              </p:cNvPr>
              <p:cNvSpPr txBox="1"/>
              <p:nvPr/>
            </p:nvSpPr>
            <p:spPr>
              <a:xfrm>
                <a:off x="7754482" y="3817887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8F4685-B835-EC4B-9C1A-9A89BFB00291}"/>
                  </a:ext>
                </a:extLst>
              </p:cNvPr>
              <p:cNvSpPr txBox="1"/>
              <p:nvPr/>
            </p:nvSpPr>
            <p:spPr>
              <a:xfrm>
                <a:off x="7754482" y="5228400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3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4EE90A3-AECB-1E07-2510-522E0D4ED22E}"/>
                  </a:ext>
                </a:extLst>
              </p:cNvPr>
              <p:cNvCxnSpPr>
                <a:cxnSpLocks/>
                <a:endCxn id="18" idx="1"/>
              </p:cNvCxnSpPr>
              <p:nvPr/>
            </p:nvCxnSpPr>
            <p:spPr>
              <a:xfrm flipV="1">
                <a:off x="6644640" y="3896369"/>
                <a:ext cx="1109842" cy="533243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00C7272-A02A-B881-23D9-F7CBA95643C5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7081520" y="5029200"/>
                <a:ext cx="672962" cy="27768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3EC7E73-6E68-67DE-7686-70CA63592F8F}"/>
                </a:ext>
              </a:extLst>
            </p:cNvPr>
            <p:cNvSpPr txBox="1"/>
            <p:nvPr/>
          </p:nvSpPr>
          <p:spPr>
            <a:xfrm>
              <a:off x="7727182" y="1782462"/>
              <a:ext cx="1152000" cy="612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/>
                <a:t>Red shaded area indicates the tsunami inundation zone reported by SHOA (2013).</a:t>
              </a:r>
              <a:endParaRPr lang="en-CL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858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9287-FF29-64FE-FE18-DB8654DD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8F68178-D1DF-B984-8FE1-0D6EE7BEB2C2}"/>
              </a:ext>
            </a:extLst>
          </p:cNvPr>
          <p:cNvGrpSpPr/>
          <p:nvPr/>
        </p:nvGrpSpPr>
        <p:grpSpPr>
          <a:xfrm>
            <a:off x="2489200" y="393700"/>
            <a:ext cx="6609600" cy="5562304"/>
            <a:chOff x="2489200" y="393700"/>
            <a:chExt cx="6609600" cy="55623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FE90057-5CA5-8D46-4D93-E28E5EF78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200" y="393700"/>
              <a:ext cx="6609600" cy="5562304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3D78850-A164-80F2-F284-FFB9149947D2}"/>
                </a:ext>
              </a:extLst>
            </p:cNvPr>
            <p:cNvGrpSpPr/>
            <p:nvPr/>
          </p:nvGrpSpPr>
          <p:grpSpPr>
            <a:xfrm>
              <a:off x="3771684" y="2215882"/>
              <a:ext cx="4144623" cy="3333428"/>
              <a:chOff x="3899040" y="2329135"/>
              <a:chExt cx="4523368" cy="363353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275855-F90F-33F8-91E2-9CF03065BF1D}"/>
                  </a:ext>
                </a:extLst>
              </p:cNvPr>
              <p:cNvSpPr txBox="1"/>
              <p:nvPr/>
            </p:nvSpPr>
            <p:spPr>
              <a:xfrm>
                <a:off x="3899040" y="2329135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EF5CDBF-F44C-92BB-1699-A8EB2F9A33C2}"/>
                  </a:ext>
                </a:extLst>
              </p:cNvPr>
              <p:cNvSpPr txBox="1"/>
              <p:nvPr/>
            </p:nvSpPr>
            <p:spPr>
              <a:xfrm>
                <a:off x="3899040" y="2981515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7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851FB7B-98A2-F474-2710-C693059D9C2C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>
                <a:off x="4566966" y="2407617"/>
                <a:ext cx="838154" cy="32629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041A6FF-A2D6-CD06-7AF2-6CF9C6626450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>
                <a:off x="4566966" y="3059998"/>
                <a:ext cx="1000714" cy="421663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E715C2-1BAE-F160-8805-52892F4E335F}"/>
                  </a:ext>
                </a:extLst>
              </p:cNvPr>
              <p:cNvSpPr txBox="1"/>
              <p:nvPr/>
            </p:nvSpPr>
            <p:spPr>
              <a:xfrm>
                <a:off x="3899040" y="3373120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61C99D9-21D2-B113-596B-CF01C70A7859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566966" y="3451602"/>
                <a:ext cx="1000714" cy="37105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4A36BF-298C-FCDE-4E44-46DBB4010F85}"/>
                  </a:ext>
                </a:extLst>
              </p:cNvPr>
              <p:cNvSpPr txBox="1"/>
              <p:nvPr/>
            </p:nvSpPr>
            <p:spPr>
              <a:xfrm>
                <a:off x="3899040" y="5108567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5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126AD8-A39F-E326-906E-5B1B40460576}"/>
                  </a:ext>
                </a:extLst>
              </p:cNvPr>
              <p:cNvSpPr txBox="1"/>
              <p:nvPr/>
            </p:nvSpPr>
            <p:spPr>
              <a:xfrm>
                <a:off x="3906802" y="5805710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3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9E71005-93BD-79EE-5891-89C8AF1AE319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 flipV="1">
                <a:off x="4566966" y="4429612"/>
                <a:ext cx="1343757" cy="757437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3DAFF09-E2DD-1C2B-BD7B-52C32943B40E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 flipV="1">
                <a:off x="4574728" y="5372399"/>
                <a:ext cx="1765114" cy="51179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847927-CB98-F236-9D2A-F43ED66954EA}"/>
                  </a:ext>
                </a:extLst>
              </p:cNvPr>
              <p:cNvSpPr txBox="1"/>
              <p:nvPr/>
            </p:nvSpPr>
            <p:spPr>
              <a:xfrm>
                <a:off x="7754482" y="3817887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4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018835-8643-F0D9-26BF-40F61243D763}"/>
                  </a:ext>
                </a:extLst>
              </p:cNvPr>
              <p:cNvSpPr txBox="1"/>
              <p:nvPr/>
            </p:nvSpPr>
            <p:spPr>
              <a:xfrm>
                <a:off x="7754482" y="5228400"/>
                <a:ext cx="667926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900" dirty="0"/>
                  <a:t>Tasks: 3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F48F74A-90C1-8E77-9D50-FE6A83EBBC5E}"/>
                  </a:ext>
                </a:extLst>
              </p:cNvPr>
              <p:cNvCxnSpPr>
                <a:cxnSpLocks/>
                <a:endCxn id="18" idx="1"/>
              </p:cNvCxnSpPr>
              <p:nvPr/>
            </p:nvCxnSpPr>
            <p:spPr>
              <a:xfrm flipV="1">
                <a:off x="6644640" y="3896369"/>
                <a:ext cx="1109842" cy="533243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ABC6367-705A-6A78-1A4C-93E46289B707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7081520" y="5029200"/>
                <a:ext cx="672962" cy="27768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FE95E63-F1DC-746C-FADB-50D3B89066C7}"/>
                </a:ext>
              </a:extLst>
            </p:cNvPr>
            <p:cNvSpPr txBox="1"/>
            <p:nvPr/>
          </p:nvSpPr>
          <p:spPr>
            <a:xfrm>
              <a:off x="7808318" y="2705639"/>
              <a:ext cx="1152000" cy="612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/>
                <a:t>Red shaded area indicates the tsunami inundation zone reported by SHOA (2013).</a:t>
              </a:r>
              <a:endParaRPr lang="en-CL" sz="8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F9DE17-D867-5379-39F9-6917AC07E4E7}"/>
                </a:ext>
              </a:extLst>
            </p:cNvPr>
            <p:cNvSpPr txBox="1"/>
            <p:nvPr/>
          </p:nvSpPr>
          <p:spPr>
            <a:xfrm>
              <a:off x="2626796" y="798101"/>
              <a:ext cx="1152000" cy="756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/>
                <a:t>Green points indicate tsunami evacuation meeting points identified in evacuation maps by SENAPRED (2025).</a:t>
              </a:r>
              <a:endParaRPr lang="en-CL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102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ECBB1-4294-E372-6675-4E0B87E74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10B80D-4192-002A-7EA1-059F56260B30}"/>
              </a:ext>
            </a:extLst>
          </p:cNvPr>
          <p:cNvGrpSpPr/>
          <p:nvPr/>
        </p:nvGrpSpPr>
        <p:grpSpPr>
          <a:xfrm>
            <a:off x="2489200" y="457708"/>
            <a:ext cx="6609600" cy="5562304"/>
            <a:chOff x="2489200" y="457708"/>
            <a:chExt cx="6609600" cy="55623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F1474D-B6EA-A64F-166A-9324932F0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9200" y="457708"/>
              <a:ext cx="6609600" cy="5562304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E4BE7D-0C4D-3A27-2BBD-6DE03A8245D4}"/>
                </a:ext>
              </a:extLst>
            </p:cNvPr>
            <p:cNvGrpSpPr/>
            <p:nvPr/>
          </p:nvGrpSpPr>
          <p:grpSpPr>
            <a:xfrm>
              <a:off x="3017160" y="2212203"/>
              <a:ext cx="5295145" cy="3453401"/>
              <a:chOff x="3075565" y="2255355"/>
              <a:chExt cx="5779030" cy="376431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A01E49-2638-DDFE-6BCF-DFC3834146FF}"/>
                  </a:ext>
                </a:extLst>
              </p:cNvPr>
              <p:cNvSpPr txBox="1"/>
              <p:nvPr/>
            </p:nvSpPr>
            <p:spPr>
              <a:xfrm>
                <a:off x="3507752" y="2255355"/>
                <a:ext cx="942954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1,2,9,10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432429B-ECB3-80D3-3764-49FACA211714}"/>
                  </a:ext>
                </a:extLst>
              </p:cNvPr>
              <p:cNvSpPr txBox="1"/>
              <p:nvPr/>
            </p:nvSpPr>
            <p:spPr>
              <a:xfrm>
                <a:off x="3075565" y="2885289"/>
                <a:ext cx="1375142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3,7,8,11,12,13,14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9A8AAB3-140B-0BFA-C822-94837378CBFF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>
                <a:off x="4450707" y="2333837"/>
                <a:ext cx="1006579" cy="383264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7B24263-B995-CCB4-B863-855297591382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>
                <a:off x="4450707" y="2963772"/>
                <a:ext cx="1190008" cy="511792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799F63-86AE-3B17-FF69-AA93A9088BBF}"/>
                  </a:ext>
                </a:extLst>
              </p:cNvPr>
              <p:cNvSpPr txBox="1"/>
              <p:nvPr/>
            </p:nvSpPr>
            <p:spPr>
              <a:xfrm>
                <a:off x="3468463" y="3286941"/>
                <a:ext cx="982244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5,6,15,16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49B9F52-F4DB-8C14-E7AE-BA51AC29862D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4450707" y="3365423"/>
                <a:ext cx="1190008" cy="445527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3B6FA6B-881C-8A57-BD11-E11F592B9169}"/>
                  </a:ext>
                </a:extLst>
              </p:cNvPr>
              <p:cNvSpPr txBox="1"/>
              <p:nvPr/>
            </p:nvSpPr>
            <p:spPr>
              <a:xfrm>
                <a:off x="3175608" y="5035991"/>
                <a:ext cx="1217983" cy="15696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4,17,18,19,20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E34C4A-6566-881A-F62D-6FD6E3B14D51}"/>
                  </a:ext>
                </a:extLst>
              </p:cNvPr>
              <p:cNvSpPr txBox="1"/>
              <p:nvPr/>
            </p:nvSpPr>
            <p:spPr>
              <a:xfrm>
                <a:off x="3468463" y="5862706"/>
                <a:ext cx="942955" cy="15696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22,25,28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31D1857-1307-D43E-49BA-B217EBB7FD86}"/>
                  </a:ext>
                </a:extLst>
              </p:cNvPr>
              <p:cNvCxnSpPr>
                <a:cxnSpLocks/>
                <a:stCxn id="14" idx="3"/>
              </p:cNvCxnSpPr>
              <p:nvPr/>
            </p:nvCxnSpPr>
            <p:spPr>
              <a:xfrm flipV="1">
                <a:off x="4393591" y="4403257"/>
                <a:ext cx="1486636" cy="711216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42BDF356-A356-096D-D373-E13A9266A7B4}"/>
                  </a:ext>
                </a:extLst>
              </p:cNvPr>
              <p:cNvCxnSpPr>
                <a:cxnSpLocks/>
                <a:stCxn id="15" idx="3"/>
              </p:cNvCxnSpPr>
              <p:nvPr/>
            </p:nvCxnSpPr>
            <p:spPr>
              <a:xfrm flipV="1">
                <a:off x="4411418" y="5337973"/>
                <a:ext cx="1947830" cy="603216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D140E32-4F32-7664-C8BF-09670FA8C3AE}"/>
                  </a:ext>
                </a:extLst>
              </p:cNvPr>
              <p:cNvSpPr txBox="1"/>
              <p:nvPr/>
            </p:nvSpPr>
            <p:spPr>
              <a:xfrm>
                <a:off x="7754481" y="3644756"/>
                <a:ext cx="1100114" cy="1569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21,24,27,30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D0A50E-740F-6E06-7CCD-EEEF721449A0}"/>
                  </a:ext>
                </a:extLst>
              </p:cNvPr>
              <p:cNvSpPr txBox="1"/>
              <p:nvPr/>
            </p:nvSpPr>
            <p:spPr>
              <a:xfrm>
                <a:off x="7754482" y="5122365"/>
                <a:ext cx="942955" cy="15696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CL" sz="800" dirty="0"/>
                  <a:t>Tasks: 23,26,29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D8F67B1-1E33-DFCE-D126-D559DC4C4CA9}"/>
                  </a:ext>
                </a:extLst>
              </p:cNvPr>
              <p:cNvCxnSpPr>
                <a:cxnSpLocks/>
                <a:endCxn id="18" idx="1"/>
              </p:cNvCxnSpPr>
              <p:nvPr/>
            </p:nvCxnSpPr>
            <p:spPr>
              <a:xfrm flipV="1">
                <a:off x="6644641" y="3723238"/>
                <a:ext cx="1109840" cy="706374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BF63E116-E270-AD61-8439-E58BAFF59844}"/>
                  </a:ext>
                </a:extLst>
              </p:cNvPr>
              <p:cNvCxnSpPr>
                <a:cxnSpLocks/>
                <a:endCxn id="19" idx="1"/>
              </p:cNvCxnSpPr>
              <p:nvPr/>
            </p:nvCxnSpPr>
            <p:spPr>
              <a:xfrm>
                <a:off x="7081520" y="5029200"/>
                <a:ext cx="672962" cy="171647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5FBC8B-1BC7-2B58-109F-F99A9333D7A9}"/>
                </a:ext>
              </a:extLst>
            </p:cNvPr>
            <p:cNvSpPr txBox="1"/>
            <p:nvPr/>
          </p:nvSpPr>
          <p:spPr>
            <a:xfrm>
              <a:off x="7808305" y="2237845"/>
              <a:ext cx="1152000" cy="612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/>
                <a:t>Red shaded area indicates the tsunami inundation zone reported by SHOA (2013).</a:t>
              </a:r>
              <a:endParaRPr lang="en-CL" sz="8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B680F5-8DAD-1AEF-B782-3392B5AB77B1}"/>
                </a:ext>
              </a:extLst>
            </p:cNvPr>
            <p:cNvSpPr txBox="1"/>
            <p:nvPr/>
          </p:nvSpPr>
          <p:spPr>
            <a:xfrm>
              <a:off x="2626796" y="862109"/>
              <a:ext cx="1152000" cy="75600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00" dirty="0"/>
                <a:t>Green points indicate tsunami evacuation meeting points identified in evacuation maps by SENAPRED (2025).</a:t>
              </a:r>
              <a:endParaRPr lang="en-CL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760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158</Words>
  <Application>Microsoft Macintosh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ANDRES CARRASCO VIDAL</dc:creator>
  <cp:lastModifiedBy>EDUARDO ANDRES CARRASCO VIDAL</cp:lastModifiedBy>
  <cp:revision>4</cp:revision>
  <dcterms:created xsi:type="dcterms:W3CDTF">2026-07-11T15:03:13Z</dcterms:created>
  <dcterms:modified xsi:type="dcterms:W3CDTF">2026-07-12T02:48:08Z</dcterms:modified>
</cp:coreProperties>
</file>